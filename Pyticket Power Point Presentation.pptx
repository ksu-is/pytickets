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30"/>
  </p:normalViewPr>
  <p:slideViewPr>
    <p:cSldViewPr showGuides="1">
      <p:cViewPr varScale="1">
        <p:scale>
          <a:sx n="76" d="100"/>
          <a:sy n="76" d="100"/>
        </p:scale>
        <p:origin x="260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230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536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117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400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899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0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199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14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45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689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24941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728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284842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061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353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210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59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4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  <p:sldLayoutId id="2147484114" r:id="rId18"/>
    <p:sldLayoutId id="2147484116" r:id="rId19"/>
    <p:sldLayoutId id="2147484117" r:id="rId20"/>
    <p:sldLayoutId id="2147484118" r:id="rId21"/>
    <p:sldLayoutId id="2147484120" r:id="rId22"/>
    <p:sldLayoutId id="2147484121" r:id="rId23"/>
    <p:sldLayoutId id="2147484124" r:id="rId24"/>
    <p:sldLayoutId id="2147484125" r:id="rId25"/>
    <p:sldLayoutId id="2147484126" r:id="rId26"/>
    <p:sldLayoutId id="2147484129" r:id="rId27"/>
    <p:sldLayoutId id="2147484132" r:id="rId28"/>
    <p:sldLayoutId id="2147484133" r:id="rId29"/>
    <p:sldLayoutId id="2147484135" r:id="rId30"/>
    <p:sldLayoutId id="2147484136" r:id="rId31"/>
    <p:sldLayoutId id="2147484138" r:id="rId32"/>
    <p:sldLayoutId id="2147484139" r:id="rId33"/>
    <p:sldLayoutId id="2147484140" r:id="rId34"/>
    <p:sldLayoutId id="2147484141" r:id="rId35"/>
    <p:sldLayoutId id="2147484142" r:id="rId36"/>
    <p:sldLayoutId id="2147484143" r:id="rId37"/>
    <p:sldLayoutId id="2147484144" r:id="rId38"/>
    <p:sldLayoutId id="2147484145" r:id="rId39"/>
    <p:sldLayoutId id="2147484146" r:id="rId40"/>
    <p:sldLayoutId id="2147484147" r:id="rId41"/>
    <p:sldLayoutId id="2147484148" r:id="rId42"/>
    <p:sldLayoutId id="2147484149" r:id="rId43"/>
    <p:sldLayoutId id="2147484150" r:id="rId44"/>
    <p:sldLayoutId id="2147484152" r:id="rId45"/>
    <p:sldLayoutId id="2147484158" r:id="rId46"/>
    <p:sldLayoutId id="2147484159" r:id="rId47"/>
    <p:sldLayoutId id="2147484160" r:id="rId48"/>
    <p:sldLayoutId id="2147484162" r:id="rId49"/>
    <p:sldLayoutId id="2147484163" r:id="rId50"/>
    <p:sldLayoutId id="2147484165" r:id="rId51"/>
    <p:sldLayoutId id="2147484166" r:id="rId5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60402"/>
            <a:ext cx="9144001" cy="745198"/>
          </a:xfrm>
        </p:spPr>
        <p:txBody>
          <a:bodyPr>
            <a:normAutofit/>
          </a:bodyPr>
          <a:lstStyle/>
          <a:p>
            <a:r>
              <a:rPr lang="en-US" dirty="0"/>
              <a:t>Team Members: Michael Arize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A63409-C173-E854-21AF-F8A1F8D8D82C}"/>
              </a:ext>
            </a:extLst>
          </p:cNvPr>
          <p:cNvSpPr txBox="1"/>
          <p:nvPr/>
        </p:nvSpPr>
        <p:spPr>
          <a:xfrm>
            <a:off x="154497" y="291525"/>
            <a:ext cx="115062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PyTickets </a:t>
            </a:r>
          </a:p>
          <a:p>
            <a:r>
              <a:rPr lang="en-US" sz="2200" dirty="0">
                <a:solidFill>
                  <a:schemeClr val="bg1"/>
                </a:solidFill>
              </a:rPr>
              <a:t>https://github.com/ksu-is/PyTickets.git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1F536-8792-BE5A-5D44-5209B7B6F21E}"/>
              </a:ext>
            </a:extLst>
          </p:cNvPr>
          <p:cNvSpPr txBox="1"/>
          <p:nvPr/>
        </p:nvSpPr>
        <p:spPr>
          <a:xfrm>
            <a:off x="152400" y="1752600"/>
            <a:ext cx="6781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Multi-Site Ticket Scraper.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For Live Events from sports to concerts.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 filters to select tickets within users' requirements (price, number, seat position, admission type,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Send link to  all found tickets to  users’ email,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User decides whether he/she wants tickets and buys them (this part is on the user).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207F4C-33E7-B993-4D8D-3B29E3E7A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888" y="-5048"/>
            <a:ext cx="5182112" cy="328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151</TotalTime>
  <Words>84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Candara</vt:lpstr>
      <vt:lpstr>Wingdings 3</vt:lpstr>
      <vt:lpstr>Facet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Arize</dc:creator>
  <cp:lastModifiedBy>Michael Arize</cp:lastModifiedBy>
  <cp:revision>1</cp:revision>
  <dcterms:created xsi:type="dcterms:W3CDTF">2026-05-01T23:08:03Z</dcterms:created>
  <dcterms:modified xsi:type="dcterms:W3CDTF">2026-05-02T01:39:24Z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